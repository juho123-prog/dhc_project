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899D1-15E0-42E2-4D99-3D0E1E86A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31CC27-7123-CA16-D96E-A15FC3220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2CC02F-2C6C-25CE-C9DC-6FDB34DF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02ADF-CFAE-104E-3546-545B4E77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0E03A-3DBA-432A-C856-651383A7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36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22D24-F789-0918-1519-EF4853FE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CBFFC0-6BE8-3A72-DB4D-C4DC77983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239A8-EE6F-45F2-7563-FE107008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5576D-CA48-36F8-75E5-ECDA3A59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8B286-5A68-4DD4-B76C-0A9718F2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70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DD898-A729-7E2B-FB44-82EDC76B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72BF48-00DA-9A24-AC86-66ED48846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9CC0FA-A003-3C59-BF74-9B223068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62CA83-ADCF-D1F3-9EF8-3EAE5FCD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4643F-5961-9F97-B895-DF0E0F3C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50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59A00-BECA-05C8-3B01-F0D98A78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589D3-E94F-61D8-7627-6ECC1DEC0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30B1A-5481-252B-B07C-019CD84B3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D0A5E8-AE88-4263-CD7D-3FE724E8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3AB5DA-BEE0-BA07-4A46-6A5C4B74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905698-2563-7F32-5BB1-EB8F6C17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0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A63BF-0A6B-1738-BDA8-22DE673F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F0933-3465-5557-F52A-C03A875D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DCE938-56E2-179B-4952-7854029CA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49333-80D1-D228-6D1B-EFA3FA098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30C521-6E6F-7514-72B3-45E609CE0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2BAB8B-9300-7EC5-7095-D77EB7A5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97E175-EEDF-F1ED-2EAF-1BC948AB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51FD61-08F5-6230-3B48-27FA45C1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4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FF976-175B-C582-4869-2732B1E2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72BFFA-4319-8327-E2FE-8997E442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6AB89D-F7BB-1F04-6D1C-F9F375A2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F1FE38-0E9C-8A51-9AF9-5C511995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79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C3DA96-8091-ED13-7C7B-1884C4E5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FF868C-BEC1-4D18-DD02-CBF2AE5C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A16EF-84DC-881F-487D-876251D9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70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5243D-16B0-5CCE-50F9-8B9236C4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B0B9D-DA4B-ACD8-C0A6-A6F2E62C2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001329-6A2F-C8A1-A020-32C6EC44B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3AA1A-BF32-8D27-E930-C4406D98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5F30F-7102-FD7A-4A23-CDC3EBB2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2DD10A-E62C-C1E6-FCBB-7A37AF28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9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C28E4-2D8A-8120-B14D-29D133A0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CA5A3B-8FD1-B1F9-2103-3071EB033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458489-862D-AA7A-1DA9-3FD71FA7A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FB9710-1B69-ACB3-AAFE-766698D2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0843B1-ADE9-8DF0-2B3F-226E5784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FC4295-6CAC-B80F-5794-58D024BA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8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B729E-BC4A-6B42-0B21-138B82DF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DECF9B-67E6-F551-9955-77E88BD09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FB8694-C119-30BF-3827-B7E42098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BC3135-6023-1E55-0F0A-B891EA70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1A007-ED9C-5D7E-06E4-16887C11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03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492434-9B60-8443-B9F1-471198B85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997574-4059-7A97-2408-2C5F71160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F93CF9-8963-5CB2-8DD5-D292D1DB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6FC35-DD51-37CD-1095-EE524D84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D42AA-5BBB-CB15-BCFB-708A4AF4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7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5E5C0F-995B-DCA4-DB55-670F743B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072E7F-8780-D063-44B0-61DEBF8D4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C12C7-16E0-F57E-B173-4B5727DB7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E1E79-5E17-4A88-BE1B-E6713EECDBC8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D9A788-7DFF-297C-E0F4-6E043E20E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AB5D1-ED6B-79C0-303A-8AD8B46B7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A9B9D-D05C-4903-97CA-C3BE9D7B01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83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B0203-0466-2A40-CE6A-7BE4ACCBB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C2E464-4ED7-5F67-A388-9BECA1CB1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11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351EA-B034-B5E6-C2F4-EECA7036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GCN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2484ED2-7329-02AE-4E61-5C68750CE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381" y="1888144"/>
            <a:ext cx="5305425" cy="43338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E20D5-7505-8281-16D3-1AA81C6AE5E9}"/>
              </a:ext>
            </a:extLst>
          </p:cNvPr>
          <p:cNvSpPr txBox="1"/>
          <p:nvPr/>
        </p:nvSpPr>
        <p:spPr>
          <a:xfrm>
            <a:off x="6096000" y="4459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0.6641</a:t>
            </a:r>
          </a:p>
          <a:p>
            <a:r>
              <a:rPr lang="en-US" altLang="ko-KR" dirty="0"/>
              <a:t>Precision 0.6608</a:t>
            </a:r>
          </a:p>
          <a:p>
            <a:r>
              <a:rPr lang="en-US" altLang="ko-KR" dirty="0"/>
              <a:t>Recall : 0.6479</a:t>
            </a:r>
          </a:p>
          <a:p>
            <a:r>
              <a:rPr lang="en-US" altLang="ko-KR" dirty="0"/>
              <a:t>F1 score : </a:t>
            </a:r>
            <a:r>
              <a:rPr lang="ko-KR" altLang="en-US" dirty="0"/>
              <a:t>0.6543</a:t>
            </a:r>
          </a:p>
        </p:txBody>
      </p:sp>
    </p:spTree>
    <p:extLst>
      <p:ext uri="{BB962C8B-B14F-4D97-AF65-F5344CB8AC3E}">
        <p14:creationId xmlns:p14="http://schemas.microsoft.com/office/powerpoint/2010/main" val="185260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3CFD2-3AA6-7B43-9482-F178D725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GraphSAGE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B55F4-AE99-4504-8AA4-A91081657254}"/>
              </a:ext>
            </a:extLst>
          </p:cNvPr>
          <p:cNvSpPr txBox="1"/>
          <p:nvPr/>
        </p:nvSpPr>
        <p:spPr>
          <a:xfrm>
            <a:off x="6096000" y="4459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0.6197 Precision 0.5611</a:t>
            </a:r>
          </a:p>
          <a:p>
            <a:r>
              <a:rPr lang="en-US" altLang="ko-KR" dirty="0"/>
              <a:t>Recall : 0.9732</a:t>
            </a:r>
          </a:p>
          <a:p>
            <a:r>
              <a:rPr lang="en-US" altLang="ko-KR" dirty="0"/>
              <a:t>F1 score : 0.7118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E588938-BA7C-EA84-DF64-AA55E7BBE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234" y="1915039"/>
            <a:ext cx="5305425" cy="4333875"/>
          </a:xfrm>
        </p:spPr>
      </p:pic>
    </p:spTree>
    <p:extLst>
      <p:ext uri="{BB962C8B-B14F-4D97-AF65-F5344CB8AC3E}">
        <p14:creationId xmlns:p14="http://schemas.microsoft.com/office/powerpoint/2010/main" val="140124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3C20F-4B18-EA1B-49B8-6E8BFA42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17F1364-90AA-3A68-A168-586BE2BB1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364" y="1901591"/>
            <a:ext cx="5305425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68217F-C4C9-BC16-B62B-48826CC2241F}"/>
              </a:ext>
            </a:extLst>
          </p:cNvPr>
          <p:cNvSpPr txBox="1"/>
          <p:nvPr/>
        </p:nvSpPr>
        <p:spPr>
          <a:xfrm>
            <a:off x="6096000" y="4459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0.7936</a:t>
            </a:r>
          </a:p>
          <a:p>
            <a:r>
              <a:rPr lang="en-US" altLang="ko-KR" dirty="0"/>
              <a:t>Precision 0.8215</a:t>
            </a:r>
          </a:p>
          <a:p>
            <a:r>
              <a:rPr lang="en-US" altLang="ko-KR" dirty="0"/>
              <a:t>Recall : 0.7513</a:t>
            </a:r>
          </a:p>
          <a:p>
            <a:r>
              <a:rPr lang="en-US" altLang="ko-KR" dirty="0"/>
              <a:t>F1 score : 0.7848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80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7D233-2CCA-5055-FCD4-06F1401D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Vanilla Transformer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F8B3D00-F8C4-596D-FE1B-DB22E787A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793" y="1690688"/>
            <a:ext cx="5305425" cy="433387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540EB5-78A4-86EE-8225-83511CEC0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988" y="1308474"/>
            <a:ext cx="2926718" cy="24034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4F93CB-CBD3-7721-9319-406CBF2C8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988" y="3857626"/>
            <a:ext cx="2926718" cy="2403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FF639D-E1AB-F409-EC22-7BE239EBB7B2}"/>
              </a:ext>
            </a:extLst>
          </p:cNvPr>
          <p:cNvSpPr txBox="1"/>
          <p:nvPr/>
        </p:nvSpPr>
        <p:spPr>
          <a:xfrm>
            <a:off x="6648988" y="6308209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Correlation: 0.01637312866550228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7D06D2-5610-E937-5829-793DAD7909FF}"/>
              </a:ext>
            </a:extLst>
          </p:cNvPr>
          <p:cNvSpPr txBox="1"/>
          <p:nvPr/>
        </p:nvSpPr>
        <p:spPr>
          <a:xfrm>
            <a:off x="6886297" y="915588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Attention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F9C6A-55D0-0105-03C9-DD3142A8F4E7}"/>
              </a:ext>
            </a:extLst>
          </p:cNvPr>
          <p:cNvSpPr txBox="1"/>
          <p:nvPr/>
        </p:nvSpPr>
        <p:spPr>
          <a:xfrm>
            <a:off x="6886297" y="3600121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Adj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5B684-9B68-8C6B-1538-70D05A2A8730}"/>
              </a:ext>
            </a:extLst>
          </p:cNvPr>
          <p:cNvSpPr txBox="1"/>
          <p:nvPr/>
        </p:nvSpPr>
        <p:spPr>
          <a:xfrm>
            <a:off x="126274" y="5602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0.8196</a:t>
            </a:r>
          </a:p>
          <a:p>
            <a:r>
              <a:rPr lang="en-US" altLang="ko-KR" dirty="0"/>
              <a:t>Precision 0.7641</a:t>
            </a:r>
          </a:p>
          <a:p>
            <a:r>
              <a:rPr lang="en-US" altLang="ko-KR" dirty="0"/>
              <a:t>Recall : 0.9175</a:t>
            </a:r>
          </a:p>
          <a:p>
            <a:r>
              <a:rPr lang="en-US" altLang="ko-KR" dirty="0"/>
              <a:t>F1 score : 0.8338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311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70AF5-34DC-A06A-B272-1DC83EAE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injected Transformer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8929030-74D9-A5F1-A275-AC2EF558A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3544"/>
            <a:ext cx="5305425" cy="433387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E96066-241C-73A9-B464-9A7EE7921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352" y="1418666"/>
            <a:ext cx="2884866" cy="23691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9A1A75-3179-B797-3C7B-6E76F25B5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352" y="4008265"/>
            <a:ext cx="2884866" cy="23691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C63E0E-D929-1529-8831-D653D4555075}"/>
              </a:ext>
            </a:extLst>
          </p:cNvPr>
          <p:cNvSpPr txBox="1"/>
          <p:nvPr/>
        </p:nvSpPr>
        <p:spPr>
          <a:xfrm>
            <a:off x="6765273" y="1123753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Attention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61134-3942-2FC5-4017-08FE57834C68}"/>
              </a:ext>
            </a:extLst>
          </p:cNvPr>
          <p:cNvSpPr txBox="1"/>
          <p:nvPr/>
        </p:nvSpPr>
        <p:spPr>
          <a:xfrm>
            <a:off x="6765273" y="3671149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Adj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A3538-0D0C-F637-6794-59B882C6EB79}"/>
              </a:ext>
            </a:extLst>
          </p:cNvPr>
          <p:cNvSpPr txBox="1"/>
          <p:nvPr/>
        </p:nvSpPr>
        <p:spPr>
          <a:xfrm>
            <a:off x="6726334" y="6377369"/>
            <a:ext cx="3896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Correlation</a:t>
            </a:r>
            <a:r>
              <a:rPr lang="ko-KR" altLang="en-US" dirty="0"/>
              <a:t>: 0.6549126679730711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3C50B-F83A-ACA9-BBAA-1A70A8371988}"/>
              </a:ext>
            </a:extLst>
          </p:cNvPr>
          <p:cNvSpPr txBox="1"/>
          <p:nvPr/>
        </p:nvSpPr>
        <p:spPr>
          <a:xfrm>
            <a:off x="126274" y="5602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0.9067</a:t>
            </a:r>
          </a:p>
          <a:p>
            <a:r>
              <a:rPr lang="en-US" altLang="ko-KR" dirty="0"/>
              <a:t>Precision 0.9202</a:t>
            </a:r>
          </a:p>
          <a:p>
            <a:r>
              <a:rPr lang="en-US" altLang="ko-KR" dirty="0"/>
              <a:t>Recall : 0.8894</a:t>
            </a:r>
          </a:p>
          <a:p>
            <a:r>
              <a:rPr lang="en-US" altLang="ko-KR" dirty="0"/>
              <a:t>F1 score : 0.9045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32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3F43D-A4E1-D928-6DAD-C98B09C5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injected Transformer (local)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DC107CB-F492-8B34-3BA8-66C70BE7B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156" y="1821293"/>
            <a:ext cx="5305425" cy="433387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7AA763-386F-E395-14CD-7748D240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25" y="1690689"/>
            <a:ext cx="2884867" cy="23691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566CD5-088C-0BF2-820F-6A0918F87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824" y="4234240"/>
            <a:ext cx="2884867" cy="2369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0B9ED5-2464-35A1-DF82-C86648353114}"/>
              </a:ext>
            </a:extLst>
          </p:cNvPr>
          <p:cNvSpPr txBox="1"/>
          <p:nvPr/>
        </p:nvSpPr>
        <p:spPr>
          <a:xfrm>
            <a:off x="6866126" y="1386659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Attention map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C4B004-780D-A826-A031-7222DBEDACB0}"/>
              </a:ext>
            </a:extLst>
          </p:cNvPr>
          <p:cNvSpPr txBox="1"/>
          <p:nvPr/>
        </p:nvSpPr>
        <p:spPr>
          <a:xfrm>
            <a:off x="6866126" y="3962351"/>
            <a:ext cx="3958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Adj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48162-DA02-1EEE-93E0-8402D9B57488}"/>
              </a:ext>
            </a:extLst>
          </p:cNvPr>
          <p:cNvSpPr txBox="1"/>
          <p:nvPr/>
        </p:nvSpPr>
        <p:spPr>
          <a:xfrm>
            <a:off x="6744228" y="6505903"/>
            <a:ext cx="4079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Correlation</a:t>
            </a:r>
            <a:r>
              <a:rPr lang="ko-KR" altLang="en-US" dirty="0"/>
              <a:t>: -0.015160815303962925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537ED5-419A-3553-92F7-653C566F3AE3}"/>
              </a:ext>
            </a:extLst>
          </p:cNvPr>
          <p:cNvSpPr txBox="1"/>
          <p:nvPr/>
        </p:nvSpPr>
        <p:spPr>
          <a:xfrm>
            <a:off x="126274" y="5602179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0.8404</a:t>
            </a:r>
          </a:p>
          <a:p>
            <a:r>
              <a:rPr lang="en-US" altLang="ko-KR" dirty="0"/>
              <a:t>Precision 0.8706</a:t>
            </a:r>
          </a:p>
          <a:p>
            <a:r>
              <a:rPr lang="en-US" altLang="ko-KR" dirty="0"/>
              <a:t>Recall : 0.798</a:t>
            </a:r>
          </a:p>
          <a:p>
            <a:r>
              <a:rPr lang="en-US" altLang="ko-KR" dirty="0"/>
              <a:t>F1 score : 0.8327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69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40478-A66F-CEBA-C8C6-2DB533CA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 attention mask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06821B1-5006-2C89-8940-A5FBC2DF1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3845"/>
            <a:ext cx="2038177" cy="196303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CBC258-C3ED-B4CF-747A-5971D01F0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334" y="2003845"/>
            <a:ext cx="1981760" cy="1908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7BD403-D035-3DD4-04EC-4A7312FE6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051" y="2003845"/>
            <a:ext cx="1981760" cy="1908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9253EB5-D6B6-60D4-AAE6-4B47B539D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769" y="2003846"/>
            <a:ext cx="1981760" cy="1908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8585554-661C-3C31-47EE-8C7421AF5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174752"/>
            <a:ext cx="2038177" cy="19630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2EBFC48-7C56-95E6-4771-BB5BA7E0B4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4334" y="4174751"/>
            <a:ext cx="1981759" cy="190869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15DDBC5-34B1-38A5-CC6C-67F530038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4050" y="4174749"/>
            <a:ext cx="1981759" cy="190869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53DE24A-B5A2-1A15-F9AD-A2E684BB7F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3766" y="4225704"/>
            <a:ext cx="1981759" cy="190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3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6ED37-2F55-D8AD-E408-35B7A4A5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DC1FABA0-8540-68AA-6CD6-E47C8A5F4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253" y="1956254"/>
            <a:ext cx="7286647" cy="4351338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56A52F-EE85-BD42-956A-65E2EF786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341" y="2219293"/>
            <a:ext cx="4009541" cy="13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7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C2966-7AC4-7DBE-10AB-FBDDAFBD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1EF76C3D-55E0-BC2D-3A84-88F93FB40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06660"/>
            <a:ext cx="10515600" cy="2589268"/>
          </a:xfrm>
        </p:spPr>
      </p:pic>
    </p:spTree>
    <p:extLst>
      <p:ext uri="{BB962C8B-B14F-4D97-AF65-F5344CB8AC3E}">
        <p14:creationId xmlns:p14="http://schemas.microsoft.com/office/powerpoint/2010/main" val="346878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46F82-3E6B-F3ED-B02C-7C38BE1F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3120590-3299-7539-9E18-9E4F96DFA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0683" y="2175949"/>
            <a:ext cx="5430633" cy="4351338"/>
          </a:xfrm>
        </p:spPr>
      </p:pic>
    </p:spTree>
    <p:extLst>
      <p:ext uri="{BB962C8B-B14F-4D97-AF65-F5344CB8AC3E}">
        <p14:creationId xmlns:p14="http://schemas.microsoft.com/office/powerpoint/2010/main" val="310859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11EFB-E7B7-2B50-949E-5687559A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Randomforest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598074F-5F15-7EBF-641A-38C8A6C90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0568"/>
            <a:ext cx="5305425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4432A-6D85-154E-3703-69E0D671A604}"/>
              </a:ext>
            </a:extLst>
          </p:cNvPr>
          <p:cNvSpPr txBox="1"/>
          <p:nvPr/>
        </p:nvSpPr>
        <p:spPr>
          <a:xfrm>
            <a:off x="6432945" y="4465903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0.9898</a:t>
            </a:r>
          </a:p>
          <a:p>
            <a:r>
              <a:rPr lang="en-US" altLang="ko-KR" dirty="0"/>
              <a:t>Precision 0.9849</a:t>
            </a:r>
          </a:p>
          <a:p>
            <a:r>
              <a:rPr lang="en-US" altLang="ko-KR" dirty="0"/>
              <a:t>Recall : 0.995</a:t>
            </a:r>
          </a:p>
          <a:p>
            <a:r>
              <a:rPr lang="en-US" altLang="ko-KR" dirty="0"/>
              <a:t>F1 score : 0.9899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88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1A32D-3D8A-A3AA-9590-8B157049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9F0E9E-E984-76C3-AA81-3F68FDB3C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811" y="1827633"/>
            <a:ext cx="5305425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575D8A-0D50-DB32-612A-101A0FA0D2C1}"/>
              </a:ext>
            </a:extLst>
          </p:cNvPr>
          <p:cNvSpPr txBox="1"/>
          <p:nvPr/>
        </p:nvSpPr>
        <p:spPr>
          <a:xfrm>
            <a:off x="6432945" y="4465903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0.972</a:t>
            </a:r>
          </a:p>
          <a:p>
            <a:r>
              <a:rPr lang="en-US" altLang="ko-KR" dirty="0"/>
              <a:t>Precision 0.974</a:t>
            </a:r>
          </a:p>
          <a:p>
            <a:r>
              <a:rPr lang="en-US" altLang="ko-KR" dirty="0"/>
              <a:t>Recall : 0.9699</a:t>
            </a:r>
          </a:p>
          <a:p>
            <a:r>
              <a:rPr lang="en-US" altLang="ko-KR" dirty="0"/>
              <a:t>F1 score : 0.972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745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02060-F081-D8EB-D5B7-74ED113B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xgboost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0AB71B6-4CA5-280E-F44C-780C83AA0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8145"/>
            <a:ext cx="5305425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82DC2-C29C-38ED-4E7A-1E936666CB0D}"/>
              </a:ext>
            </a:extLst>
          </p:cNvPr>
          <p:cNvSpPr txBox="1"/>
          <p:nvPr/>
        </p:nvSpPr>
        <p:spPr>
          <a:xfrm>
            <a:off x="6432945" y="4465903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0.992</a:t>
            </a:r>
          </a:p>
          <a:p>
            <a:r>
              <a:rPr lang="en-US" altLang="ko-KR" dirty="0"/>
              <a:t>Precision 0.9903</a:t>
            </a:r>
          </a:p>
          <a:p>
            <a:r>
              <a:rPr lang="en-US" altLang="ko-KR" dirty="0"/>
              <a:t>Recall : 0.9937</a:t>
            </a:r>
          </a:p>
          <a:p>
            <a:r>
              <a:rPr lang="en-US" altLang="ko-KR" dirty="0"/>
              <a:t>F1 score : 0.992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42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45507-BC03-7C79-3A52-C056DB4B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 vector classifier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76CC15A-A765-6AE1-ACBC-60775AFC1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1251"/>
            <a:ext cx="5305425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4094AE-04A9-CFC6-FC54-C877FE0166B7}"/>
              </a:ext>
            </a:extLst>
          </p:cNvPr>
          <p:cNvSpPr txBox="1"/>
          <p:nvPr/>
        </p:nvSpPr>
        <p:spPr>
          <a:xfrm>
            <a:off x="6432945" y="4465903"/>
            <a:ext cx="279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Accuracy : 0.9951</a:t>
            </a:r>
          </a:p>
          <a:p>
            <a:r>
              <a:rPr lang="en-US" altLang="ko-KR" dirty="0"/>
              <a:t>Precision 0.9945</a:t>
            </a:r>
          </a:p>
          <a:p>
            <a:r>
              <a:rPr lang="en-US" altLang="ko-KR" dirty="0"/>
              <a:t>Recall : 0.9957</a:t>
            </a:r>
          </a:p>
          <a:p>
            <a:r>
              <a:rPr lang="en-US" altLang="ko-KR" dirty="0"/>
              <a:t>F1 score : 0.9951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061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166</Words>
  <Application>Microsoft Office PowerPoint</Application>
  <PresentationFormat>와이드스크린</PresentationFormat>
  <Paragraphs>59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GCN</vt:lpstr>
      <vt:lpstr>GraphSAGE</vt:lpstr>
      <vt:lpstr>GAT</vt:lpstr>
      <vt:lpstr>Vanilla Transformer</vt:lpstr>
      <vt:lpstr>Graph injected Transformer</vt:lpstr>
      <vt:lpstr>Graph injected Transformer (local)</vt:lpstr>
      <vt:lpstr>Local attention mask</vt:lpstr>
      <vt:lpstr>PowerPoint 프레젠테이션</vt:lpstr>
      <vt:lpstr>PowerPoint 프레젠테이션</vt:lpstr>
      <vt:lpstr>PowerPoint 프레젠테이션</vt:lpstr>
      <vt:lpstr>Randomforest</vt:lpstr>
      <vt:lpstr>Decision tree</vt:lpstr>
      <vt:lpstr>xgboost</vt:lpstr>
      <vt:lpstr>Soft vector 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박주호</dc:creator>
  <cp:lastModifiedBy>박주호</cp:lastModifiedBy>
  <cp:revision>7</cp:revision>
  <dcterms:created xsi:type="dcterms:W3CDTF">2025-11-24T07:49:21Z</dcterms:created>
  <dcterms:modified xsi:type="dcterms:W3CDTF">2025-11-24T09:07:32Z</dcterms:modified>
</cp:coreProperties>
</file>